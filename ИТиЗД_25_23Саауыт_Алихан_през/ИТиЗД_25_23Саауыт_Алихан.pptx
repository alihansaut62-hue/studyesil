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8F1EA-0402-41CB-949A-07AC1EE45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Презентация: Криптографическое кодирование и защита информации</a:t>
            </a:r>
            <a:endParaRPr lang="ru-KZ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9DC249-8BBB-43BD-BAB1-3EC427A97E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2381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82F1A-E9EF-447A-8887-45F3A5AB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Криптографическое кодирование и защита информации</a:t>
            </a:r>
            <a:endParaRPr lang="ru-KZ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1C94571-6076-4F2D-89E4-81F7A70FE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3235514"/>
            <a:ext cx="882990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Понять, что такое криптография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Изучить основные методы защиты информации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Научиться различать симметричное, асимметричное шифрование и хеширование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03413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DC7BF-0D57-4026-905D-E8424D75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криптография</a:t>
            </a:r>
            <a:endParaRPr lang="ru-K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733EB-2E87-4408-935A-DA20DCEB4B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Преобразование данных для защиты их от посторонних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Обеспечивает: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Конфиденциальность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Целостность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Аутентификацию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Неотказуемость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Применяется в банковских системах, мессенджерах, государственных сервисах</a:t>
            </a:r>
          </a:p>
        </p:txBody>
      </p:sp>
    </p:spTree>
    <p:extLst>
      <p:ext uri="{BB962C8B-B14F-4D97-AF65-F5344CB8AC3E}">
        <p14:creationId xmlns:p14="http://schemas.microsoft.com/office/powerpoint/2010/main" val="849014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EA25D-630F-4F96-8C4A-5B9FF8CCB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-387123"/>
            <a:ext cx="8791575" cy="2387600"/>
          </a:xfrm>
        </p:spPr>
        <p:txBody>
          <a:bodyPr/>
          <a:lstStyle/>
          <a:p>
            <a:r>
              <a:rPr lang="ru-RU" dirty="0"/>
              <a:t>Слайд 3 — Основные цели криптографии</a:t>
            </a:r>
            <a:endParaRPr lang="ru-KZ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8371F73-AA50-4D7E-992E-315313E10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720756"/>
              </p:ext>
            </p:extLst>
          </p:nvPr>
        </p:nvGraphicFramePr>
        <p:xfrm>
          <a:off x="692148" y="2380342"/>
          <a:ext cx="10807702" cy="3106060"/>
        </p:xfrm>
        <a:graphic>
          <a:graphicData uri="http://schemas.openxmlformats.org/drawingml/2006/table">
            <a:tbl>
              <a:tblPr/>
              <a:tblGrid>
                <a:gridCol w="5403851">
                  <a:extLst>
                    <a:ext uri="{9D8B030D-6E8A-4147-A177-3AD203B41FA5}">
                      <a16:colId xmlns:a16="http://schemas.microsoft.com/office/drawing/2014/main" val="3934760850"/>
                    </a:ext>
                  </a:extLst>
                </a:gridCol>
                <a:gridCol w="5403851">
                  <a:extLst>
                    <a:ext uri="{9D8B030D-6E8A-4147-A177-3AD203B41FA5}">
                      <a16:colId xmlns:a16="http://schemas.microsoft.com/office/drawing/2014/main" val="1168894370"/>
                    </a:ext>
                  </a:extLst>
                </a:gridCol>
              </a:tblGrid>
              <a:tr h="621212">
                <a:tc>
                  <a:txBody>
                    <a:bodyPr/>
                    <a:lstStyle/>
                    <a:p>
                      <a:r>
                        <a:rPr lang="ru-RU"/>
                        <a:t>Цель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850519"/>
                  </a:ext>
                </a:extLst>
              </a:tr>
              <a:tr h="621212">
                <a:tc>
                  <a:txBody>
                    <a:bodyPr/>
                    <a:lstStyle/>
                    <a:p>
                      <a:r>
                        <a:rPr lang="ru-RU"/>
                        <a:t>Конфиденциальность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HTTPS, VPN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319350"/>
                  </a:ext>
                </a:extLst>
              </a:tr>
              <a:tr h="621212">
                <a:tc>
                  <a:txBody>
                    <a:bodyPr/>
                    <a:lstStyle/>
                    <a:p>
                      <a:r>
                        <a:rPr lang="ru-RU"/>
                        <a:t>Целостность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Контрольные суммы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004630"/>
                  </a:ext>
                </a:extLst>
              </a:tr>
              <a:tr h="621212">
                <a:tc>
                  <a:txBody>
                    <a:bodyPr/>
                    <a:lstStyle/>
                    <a:p>
                      <a:r>
                        <a:rPr lang="ru-RU"/>
                        <a:t>Аутентификация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Логин по сертификату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515951"/>
                  </a:ext>
                </a:extLst>
              </a:tr>
              <a:tr h="621212">
                <a:tc>
                  <a:txBody>
                    <a:bodyPr/>
                    <a:lstStyle/>
                    <a:p>
                      <a:r>
                        <a:rPr lang="ru-RU"/>
                        <a:t>Неотказуемость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Электронная подпись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025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16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CB6E3-B2BE-4F9F-9F3A-9D7027541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183" y="275204"/>
            <a:ext cx="8341633" cy="1067935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Симметричное шифрование</a:t>
            </a:r>
            <a:endParaRPr lang="ru-K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5461AD-0AD9-4763-9D7C-C2DA4F3A9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183" y="36866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Один ключ для шифрования и расшифровки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Пример: AES (AES)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Плюсы: быстрое, эффективное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Минусы: нужно безопасно передавать ключ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Применение: банковские переводы, хранение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59510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0ED1F-85F7-4636-A043-A893BEFC9D9C}"/>
              </a:ext>
            </a:extLst>
          </p:cNvPr>
          <p:cNvSpPr txBox="1"/>
          <p:nvPr/>
        </p:nvSpPr>
        <p:spPr>
          <a:xfrm>
            <a:off x="2456543" y="776906"/>
            <a:ext cx="8066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300" dirty="0"/>
              <a:t>Асимметричное</a:t>
            </a:r>
            <a:r>
              <a:rPr lang="ru-RU" sz="4800" dirty="0"/>
              <a:t> шифрование</a:t>
            </a:r>
            <a:endParaRPr lang="ru-KZ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D00A79-D3A4-48DA-9328-77C3831EA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6971" y="385054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Два ключа: открытый и закрытый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Пример: RSA (RSA)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Плюсы: безопасный обмен ключами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Минусы: медленнее симметричного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Используется для: электронных подписей, защищённой передачи ключей</a:t>
            </a:r>
          </a:p>
        </p:txBody>
      </p:sp>
    </p:spTree>
    <p:extLst>
      <p:ext uri="{BB962C8B-B14F-4D97-AF65-F5344CB8AC3E}">
        <p14:creationId xmlns:p14="http://schemas.microsoft.com/office/powerpoint/2010/main" val="3303419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A41B5-6A83-46E0-A3CD-2FD74D0C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Хеширование</a:t>
            </a:r>
            <a:endParaRPr lang="ru-KZ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4BE0944-B2AB-42B0-AFDF-203CE95F7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911" y="34457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Одностороннее преобразование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Пример: SHA-256 (SHA-256)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Невозможно восстановить исходный текст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Применение: хранение паролей, проверка целостности файлов</a:t>
            </a:r>
          </a:p>
        </p:txBody>
      </p:sp>
    </p:spTree>
    <p:extLst>
      <p:ext uri="{BB962C8B-B14F-4D97-AF65-F5344CB8AC3E}">
        <p14:creationId xmlns:p14="http://schemas.microsoft.com/office/powerpoint/2010/main" val="257783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24AE3-1CE6-44C6-ABCC-B72C7A9B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вместе</a:t>
            </a:r>
            <a:endParaRPr lang="ru-K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D652F-DDE1-4CB6-8D6B-1FE3D2358256}"/>
              </a:ext>
            </a:extLst>
          </p:cNvPr>
          <p:cNvSpPr txBox="1"/>
          <p:nvPr/>
        </p:nvSpPr>
        <p:spPr>
          <a:xfrm>
            <a:off x="3034718" y="2830933"/>
            <a:ext cx="6102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Как работают алгоритмы в интернете:</a:t>
            </a: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RSA — безопасный обмен ключом</a:t>
            </a:r>
          </a:p>
          <a:p>
            <a:pPr>
              <a:buFont typeface="+mj-lt"/>
              <a:buAutoNum type="arabicPeriod"/>
            </a:pPr>
            <a:r>
              <a:rPr lang="ru-RU" dirty="0"/>
              <a:t>AES — шифрование данных с этим ключом</a:t>
            </a:r>
          </a:p>
          <a:p>
            <a:pPr>
              <a:buFont typeface="+mj-lt"/>
              <a:buAutoNum type="arabicPeriod"/>
            </a:pPr>
            <a:r>
              <a:rPr lang="ru-RU" dirty="0"/>
              <a:t>SHA-256 — проверка целостности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726613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2CF9A-01A1-4349-B596-1D9030C8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криптографии</a:t>
            </a:r>
            <a:endParaRPr lang="ru-K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2470C-DA4E-4200-9C57-F06BC5146311}"/>
              </a:ext>
            </a:extLst>
          </p:cNvPr>
          <p:cNvSpPr txBox="1"/>
          <p:nvPr/>
        </p:nvSpPr>
        <p:spPr>
          <a:xfrm>
            <a:off x="3034718" y="2692433"/>
            <a:ext cx="61029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Кибербезопасность (банки, мессенджеры)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Блокчейн</a:t>
            </a:r>
            <a:r>
              <a:rPr lang="ru-RU" dirty="0"/>
              <a:t> и криптовалюты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Электронная подпись и документооборот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Постквантовая</a:t>
            </a:r>
            <a:r>
              <a:rPr lang="ru-RU" dirty="0"/>
              <a:t> криптография (защита от квантовых компьютеров)</a:t>
            </a:r>
          </a:p>
        </p:txBody>
      </p:sp>
    </p:spTree>
    <p:extLst>
      <p:ext uri="{BB962C8B-B14F-4D97-AF65-F5344CB8AC3E}">
        <p14:creationId xmlns:p14="http://schemas.microsoft.com/office/powerpoint/2010/main" val="66441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63413-376A-462C-9C43-4DAE67BF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Важные правила</a:t>
            </a:r>
            <a:endParaRPr lang="ru-KZ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6D1315-59A7-4551-BBC2-19616C25B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39092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 хранить ключ рядом с данными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Использовать защищённые каналы для передачи ключа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 использовать короткие ключи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Современные алгоритмы при правильном использовании практически невозможно взломать</a:t>
            </a:r>
          </a:p>
        </p:txBody>
      </p:sp>
    </p:spTree>
    <p:extLst>
      <p:ext uri="{BB962C8B-B14F-4D97-AF65-F5344CB8AC3E}">
        <p14:creationId xmlns:p14="http://schemas.microsoft.com/office/powerpoint/2010/main" val="135529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CA61B-2D43-481B-A0D4-65D7AF07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ru-KZ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7033C-AF2C-4946-BBEA-CF80D191D340}"/>
              </a:ext>
            </a:extLst>
          </p:cNvPr>
          <p:cNvSpPr txBox="1"/>
          <p:nvPr/>
        </p:nvSpPr>
        <p:spPr>
          <a:xfrm>
            <a:off x="3034718" y="2138436"/>
            <a:ext cx="61029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Криптография защищает данные от посторонних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Симметричное шифрование быстрое, но требует передачи ключа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Асимметричное шифрование удобно для передачи ключей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Хеширование обеспечивает проверку целостности и хранение паролей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Современные системы используют их вместе для максимальной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796314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{44ABB6D3-F3DC-4B69-9258-2ABD14F60337}TF6d5feb1e-e145-43f1-b745-cb4b54c5ee9733a8a5b4-7ba003f5bf80</Template>
  <TotalTime>20</TotalTime>
  <Words>273</Words>
  <Application>Microsoft Office PowerPoint</Application>
  <PresentationFormat>Широкоэкранный</PresentationFormat>
  <Paragraphs>62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Tw Cen MT</vt:lpstr>
      <vt:lpstr>Контур</vt:lpstr>
      <vt:lpstr>Презентация: Криптографическое кодирование и защита информации</vt:lpstr>
      <vt:lpstr>Криптографическое кодирование и защита информации</vt:lpstr>
      <vt:lpstr>Что такое криптография</vt:lpstr>
      <vt:lpstr>Слайд 3 — Основные цели криптографии</vt:lpstr>
      <vt:lpstr>Симметричное шифрование</vt:lpstr>
      <vt:lpstr>Презентация PowerPoint</vt:lpstr>
      <vt:lpstr>Хеширование</vt:lpstr>
      <vt:lpstr>Пример работы вместе</vt:lpstr>
      <vt:lpstr>Перспективы криптографии</vt:lpstr>
      <vt:lpstr>Важные правила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Презентация: Криптографическое кодирование и защита информации</dc:title>
  <dc:creator>Alihan Saut ИТиЗД</dc:creator>
  <cp:lastModifiedBy>Alihan Saut ИТиЗД</cp:lastModifiedBy>
  <cp:revision>2</cp:revision>
  <dcterms:created xsi:type="dcterms:W3CDTF">2026-03-04T19:57:21Z</dcterms:created>
  <dcterms:modified xsi:type="dcterms:W3CDTF">2026-03-04T20:17:38Z</dcterms:modified>
</cp:coreProperties>
</file>